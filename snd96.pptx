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72" r:id="rId1"/>
  </p:sldMasterIdLst>
  <p:sldIdLst>
    <p:sldId id="256" r:id="rId2"/>
  </p:sldIdLst>
  <p:sldSz cx="4859338" cy="7380288"/>
  <p:notesSz cx="9144000" cy="6858000"/>
  <p:defaultTextStyle>
    <a:defPPr>
      <a:defRPr lang="en-US"/>
    </a:defPPr>
    <a:lvl1pPr marL="0" algn="l" defTabSz="315605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1pPr>
    <a:lvl2pPr marL="315605" algn="l" defTabSz="315605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2pPr>
    <a:lvl3pPr marL="631210" algn="l" defTabSz="315605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3pPr>
    <a:lvl4pPr marL="946815" algn="l" defTabSz="315605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4pPr>
    <a:lvl5pPr marL="1262421" algn="l" defTabSz="315605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5pPr>
    <a:lvl6pPr marL="1578026" algn="l" defTabSz="315605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6pPr>
    <a:lvl7pPr marL="1893631" algn="l" defTabSz="315605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7pPr>
    <a:lvl8pPr marL="2209236" algn="l" defTabSz="315605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8pPr>
    <a:lvl9pPr marL="2524841" algn="l" defTabSz="315605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6"/>
    <p:restoredTop sz="94632"/>
  </p:normalViewPr>
  <p:slideViewPr>
    <p:cSldViewPr snapToGrid="0">
      <p:cViewPr varScale="1">
        <p:scale>
          <a:sx n="95" d="100"/>
          <a:sy n="95" d="100"/>
        </p:scale>
        <p:origin x="30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451" y="1207839"/>
            <a:ext cx="4130437" cy="2569434"/>
          </a:xfrm>
        </p:spPr>
        <p:txBody>
          <a:bodyPr anchor="b"/>
          <a:lstStyle>
            <a:lvl1pPr algn="ctr">
              <a:defRPr sz="3188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7418" y="3876362"/>
            <a:ext cx="3644504" cy="1781861"/>
          </a:xfrm>
        </p:spPr>
        <p:txBody>
          <a:bodyPr/>
          <a:lstStyle>
            <a:lvl1pPr marL="0" indent="0" algn="ctr">
              <a:buNone/>
              <a:defRPr sz="1275"/>
            </a:lvl1pPr>
            <a:lvl2pPr marL="242908" indent="0" algn="ctr">
              <a:buNone/>
              <a:defRPr sz="1062"/>
            </a:lvl2pPr>
            <a:lvl3pPr marL="485815" indent="0" algn="ctr">
              <a:buNone/>
              <a:defRPr sz="956"/>
            </a:lvl3pPr>
            <a:lvl4pPr marL="728724" indent="0" algn="ctr">
              <a:buNone/>
              <a:defRPr sz="850"/>
            </a:lvl4pPr>
            <a:lvl5pPr marL="971632" indent="0" algn="ctr">
              <a:buNone/>
              <a:defRPr sz="850"/>
            </a:lvl5pPr>
            <a:lvl6pPr marL="1214540" indent="0" algn="ctr">
              <a:buNone/>
              <a:defRPr sz="850"/>
            </a:lvl6pPr>
            <a:lvl7pPr marL="1457447" indent="0" algn="ctr">
              <a:buNone/>
              <a:defRPr sz="850"/>
            </a:lvl7pPr>
            <a:lvl8pPr marL="1700356" indent="0" algn="ctr">
              <a:buNone/>
              <a:defRPr sz="850"/>
            </a:lvl8pPr>
            <a:lvl9pPr marL="1943263" indent="0" algn="ctr">
              <a:buNone/>
              <a:defRPr sz="85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503A5-8A57-3744-B900-C293194BB155}" type="datetimeFigureOut">
              <a:rPr lang="ar-SA" smtClean="0"/>
              <a:t>5 ربيع الثاني، 1448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03D84-164E-324F-9E22-9144D365FF8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12469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503A5-8A57-3744-B900-C293194BB155}" type="datetimeFigureOut">
              <a:rPr lang="ar-SA" smtClean="0"/>
              <a:t>5 ربيع الثاني، 1448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03D84-164E-324F-9E22-9144D365FF8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11401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549" y="1839949"/>
            <a:ext cx="4191179" cy="3069994"/>
          </a:xfrm>
        </p:spPr>
        <p:txBody>
          <a:bodyPr anchor="b"/>
          <a:lstStyle>
            <a:lvl1pPr>
              <a:defRPr sz="3188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1549" y="4938988"/>
            <a:ext cx="4191179" cy="1614437"/>
          </a:xfrm>
        </p:spPr>
        <p:txBody>
          <a:bodyPr/>
          <a:lstStyle>
            <a:lvl1pPr marL="0" indent="0">
              <a:buNone/>
              <a:defRPr sz="1275">
                <a:solidFill>
                  <a:schemeClr val="tx1"/>
                </a:solidFill>
              </a:defRPr>
            </a:lvl1pPr>
            <a:lvl2pPr marL="242908" indent="0">
              <a:buNone/>
              <a:defRPr sz="1062">
                <a:solidFill>
                  <a:schemeClr val="tx1">
                    <a:tint val="75000"/>
                  </a:schemeClr>
                </a:solidFill>
              </a:defRPr>
            </a:lvl2pPr>
            <a:lvl3pPr marL="485815" indent="0">
              <a:buNone/>
              <a:defRPr sz="956">
                <a:solidFill>
                  <a:schemeClr val="tx1">
                    <a:tint val="75000"/>
                  </a:schemeClr>
                </a:solidFill>
              </a:defRPr>
            </a:lvl3pPr>
            <a:lvl4pPr marL="728724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4pPr>
            <a:lvl5pPr marL="971632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5pPr>
            <a:lvl6pPr marL="1214540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6pPr>
            <a:lvl7pPr marL="1457447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7pPr>
            <a:lvl8pPr marL="1700356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8pPr>
            <a:lvl9pPr marL="1943263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503A5-8A57-3744-B900-C293194BB155}" type="datetimeFigureOut">
              <a:rPr lang="ar-SA" smtClean="0"/>
              <a:t>5 ربيع الثاني، 1448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03D84-164E-324F-9E22-9144D365FF8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872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4080" y="1964661"/>
            <a:ext cx="2065219" cy="4682725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60040" y="1964661"/>
            <a:ext cx="2065219" cy="4682725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503A5-8A57-3744-B900-C293194BB155}" type="datetimeFigureOut">
              <a:rPr lang="ar-SA" smtClean="0"/>
              <a:t>5 ربيع الثاني، 1448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03D84-164E-324F-9E22-9144D365FF8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91556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713" y="392934"/>
            <a:ext cx="4191179" cy="1426515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714" y="1809197"/>
            <a:ext cx="2055727" cy="886659"/>
          </a:xfrm>
        </p:spPr>
        <p:txBody>
          <a:bodyPr anchor="b"/>
          <a:lstStyle>
            <a:lvl1pPr marL="0" indent="0">
              <a:buNone/>
              <a:defRPr sz="1275" b="1"/>
            </a:lvl1pPr>
            <a:lvl2pPr marL="242908" indent="0">
              <a:buNone/>
              <a:defRPr sz="1062" b="1"/>
            </a:lvl2pPr>
            <a:lvl3pPr marL="485815" indent="0">
              <a:buNone/>
              <a:defRPr sz="956" b="1"/>
            </a:lvl3pPr>
            <a:lvl4pPr marL="728724" indent="0">
              <a:buNone/>
              <a:defRPr sz="850" b="1"/>
            </a:lvl4pPr>
            <a:lvl5pPr marL="971632" indent="0">
              <a:buNone/>
              <a:defRPr sz="850" b="1"/>
            </a:lvl5pPr>
            <a:lvl6pPr marL="1214540" indent="0">
              <a:buNone/>
              <a:defRPr sz="850" b="1"/>
            </a:lvl6pPr>
            <a:lvl7pPr marL="1457447" indent="0">
              <a:buNone/>
              <a:defRPr sz="850" b="1"/>
            </a:lvl7pPr>
            <a:lvl8pPr marL="1700356" indent="0">
              <a:buNone/>
              <a:defRPr sz="850" b="1"/>
            </a:lvl8pPr>
            <a:lvl9pPr marL="1943263" indent="0">
              <a:buNone/>
              <a:defRPr sz="85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4714" y="2695857"/>
            <a:ext cx="2055727" cy="3965197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60041" y="1809197"/>
            <a:ext cx="2065852" cy="886659"/>
          </a:xfrm>
        </p:spPr>
        <p:txBody>
          <a:bodyPr anchor="b"/>
          <a:lstStyle>
            <a:lvl1pPr marL="0" indent="0">
              <a:buNone/>
              <a:defRPr sz="1275" b="1"/>
            </a:lvl1pPr>
            <a:lvl2pPr marL="242908" indent="0">
              <a:buNone/>
              <a:defRPr sz="1062" b="1"/>
            </a:lvl2pPr>
            <a:lvl3pPr marL="485815" indent="0">
              <a:buNone/>
              <a:defRPr sz="956" b="1"/>
            </a:lvl3pPr>
            <a:lvl4pPr marL="728724" indent="0">
              <a:buNone/>
              <a:defRPr sz="850" b="1"/>
            </a:lvl4pPr>
            <a:lvl5pPr marL="971632" indent="0">
              <a:buNone/>
              <a:defRPr sz="850" b="1"/>
            </a:lvl5pPr>
            <a:lvl6pPr marL="1214540" indent="0">
              <a:buNone/>
              <a:defRPr sz="850" b="1"/>
            </a:lvl6pPr>
            <a:lvl7pPr marL="1457447" indent="0">
              <a:buNone/>
              <a:defRPr sz="850" b="1"/>
            </a:lvl7pPr>
            <a:lvl8pPr marL="1700356" indent="0">
              <a:buNone/>
              <a:defRPr sz="850" b="1"/>
            </a:lvl8pPr>
            <a:lvl9pPr marL="1943263" indent="0">
              <a:buNone/>
              <a:defRPr sz="85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60041" y="2695857"/>
            <a:ext cx="2065852" cy="3965197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503A5-8A57-3744-B900-C293194BB155}" type="datetimeFigureOut">
              <a:rPr lang="ar-SA" smtClean="0"/>
              <a:t>5 ربيع الثاني، 1448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03D84-164E-324F-9E22-9144D365FF8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43331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503A5-8A57-3744-B900-C293194BB155}" type="datetimeFigureOut">
              <a:rPr lang="ar-SA" smtClean="0"/>
              <a:t>5 ربيع الثاني، 1448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03D84-164E-324F-9E22-9144D365FF8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87116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503A5-8A57-3744-B900-C293194BB155}" type="datetimeFigureOut">
              <a:rPr lang="ar-SA" smtClean="0"/>
              <a:t>5 ربيع الثاني، 1448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03D84-164E-324F-9E22-9144D365FF8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31759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713" y="492020"/>
            <a:ext cx="1567263" cy="1722067"/>
          </a:xfrm>
        </p:spPr>
        <p:txBody>
          <a:bodyPr anchor="b"/>
          <a:lstStyle>
            <a:lvl1pPr>
              <a:defRPr sz="17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5853" y="1062626"/>
            <a:ext cx="2460040" cy="5244788"/>
          </a:xfrm>
        </p:spPr>
        <p:txBody>
          <a:bodyPr/>
          <a:lstStyle>
            <a:lvl1pPr>
              <a:defRPr sz="1700"/>
            </a:lvl1pPr>
            <a:lvl2pPr>
              <a:defRPr sz="1488"/>
            </a:lvl2pPr>
            <a:lvl3pPr>
              <a:defRPr sz="1275"/>
            </a:lvl3pPr>
            <a:lvl4pPr>
              <a:defRPr sz="1062"/>
            </a:lvl4pPr>
            <a:lvl5pPr>
              <a:defRPr sz="1062"/>
            </a:lvl5pPr>
            <a:lvl6pPr>
              <a:defRPr sz="1062"/>
            </a:lvl6pPr>
            <a:lvl7pPr>
              <a:defRPr sz="1062"/>
            </a:lvl7pPr>
            <a:lvl8pPr>
              <a:defRPr sz="1062"/>
            </a:lvl8pPr>
            <a:lvl9pPr>
              <a:defRPr sz="1062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4713" y="2214087"/>
            <a:ext cx="1567263" cy="4101869"/>
          </a:xfrm>
        </p:spPr>
        <p:txBody>
          <a:bodyPr/>
          <a:lstStyle>
            <a:lvl1pPr marL="0" indent="0">
              <a:buNone/>
              <a:defRPr sz="850"/>
            </a:lvl1pPr>
            <a:lvl2pPr marL="242908" indent="0">
              <a:buNone/>
              <a:defRPr sz="744"/>
            </a:lvl2pPr>
            <a:lvl3pPr marL="485815" indent="0">
              <a:buNone/>
              <a:defRPr sz="638"/>
            </a:lvl3pPr>
            <a:lvl4pPr marL="728724" indent="0">
              <a:buNone/>
              <a:defRPr sz="532"/>
            </a:lvl4pPr>
            <a:lvl5pPr marL="971632" indent="0">
              <a:buNone/>
              <a:defRPr sz="532"/>
            </a:lvl5pPr>
            <a:lvl6pPr marL="1214540" indent="0">
              <a:buNone/>
              <a:defRPr sz="532"/>
            </a:lvl6pPr>
            <a:lvl7pPr marL="1457447" indent="0">
              <a:buNone/>
              <a:defRPr sz="532"/>
            </a:lvl7pPr>
            <a:lvl8pPr marL="1700356" indent="0">
              <a:buNone/>
              <a:defRPr sz="532"/>
            </a:lvl8pPr>
            <a:lvl9pPr marL="1943263" indent="0">
              <a:buNone/>
              <a:defRPr sz="532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503A5-8A57-3744-B900-C293194BB155}" type="datetimeFigureOut">
              <a:rPr lang="ar-SA" smtClean="0"/>
              <a:t>5 ربيع الثاني، 1448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03D84-164E-324F-9E22-9144D365FF8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521427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713" y="492020"/>
            <a:ext cx="1567263" cy="1722067"/>
          </a:xfrm>
        </p:spPr>
        <p:txBody>
          <a:bodyPr anchor="b"/>
          <a:lstStyle>
            <a:lvl1pPr>
              <a:defRPr sz="17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65853" y="1062626"/>
            <a:ext cx="2460040" cy="5244788"/>
          </a:xfrm>
        </p:spPr>
        <p:txBody>
          <a:bodyPr anchor="t"/>
          <a:lstStyle>
            <a:lvl1pPr marL="0" indent="0">
              <a:buNone/>
              <a:defRPr sz="1700"/>
            </a:lvl1pPr>
            <a:lvl2pPr marL="242908" indent="0">
              <a:buNone/>
              <a:defRPr sz="1488"/>
            </a:lvl2pPr>
            <a:lvl3pPr marL="485815" indent="0">
              <a:buNone/>
              <a:defRPr sz="1275"/>
            </a:lvl3pPr>
            <a:lvl4pPr marL="728724" indent="0">
              <a:buNone/>
              <a:defRPr sz="1062"/>
            </a:lvl4pPr>
            <a:lvl5pPr marL="971632" indent="0">
              <a:buNone/>
              <a:defRPr sz="1062"/>
            </a:lvl5pPr>
            <a:lvl6pPr marL="1214540" indent="0">
              <a:buNone/>
              <a:defRPr sz="1062"/>
            </a:lvl6pPr>
            <a:lvl7pPr marL="1457447" indent="0">
              <a:buNone/>
              <a:defRPr sz="1062"/>
            </a:lvl7pPr>
            <a:lvl8pPr marL="1700356" indent="0">
              <a:buNone/>
              <a:defRPr sz="1062"/>
            </a:lvl8pPr>
            <a:lvl9pPr marL="1943263" indent="0">
              <a:buNone/>
              <a:defRPr sz="1062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4713" y="2214087"/>
            <a:ext cx="1567263" cy="4101869"/>
          </a:xfrm>
        </p:spPr>
        <p:txBody>
          <a:bodyPr/>
          <a:lstStyle>
            <a:lvl1pPr marL="0" indent="0">
              <a:buNone/>
              <a:defRPr sz="850"/>
            </a:lvl1pPr>
            <a:lvl2pPr marL="242908" indent="0">
              <a:buNone/>
              <a:defRPr sz="744"/>
            </a:lvl2pPr>
            <a:lvl3pPr marL="485815" indent="0">
              <a:buNone/>
              <a:defRPr sz="638"/>
            </a:lvl3pPr>
            <a:lvl4pPr marL="728724" indent="0">
              <a:buNone/>
              <a:defRPr sz="532"/>
            </a:lvl4pPr>
            <a:lvl5pPr marL="971632" indent="0">
              <a:buNone/>
              <a:defRPr sz="532"/>
            </a:lvl5pPr>
            <a:lvl6pPr marL="1214540" indent="0">
              <a:buNone/>
              <a:defRPr sz="532"/>
            </a:lvl6pPr>
            <a:lvl7pPr marL="1457447" indent="0">
              <a:buNone/>
              <a:defRPr sz="532"/>
            </a:lvl7pPr>
            <a:lvl8pPr marL="1700356" indent="0">
              <a:buNone/>
              <a:defRPr sz="532"/>
            </a:lvl8pPr>
            <a:lvl9pPr marL="1943263" indent="0">
              <a:buNone/>
              <a:defRPr sz="532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503A5-8A57-3744-B900-C293194BB155}" type="datetimeFigureOut">
              <a:rPr lang="ar-SA" smtClean="0"/>
              <a:t>5 ربيع الثاني، 1448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03D84-164E-324F-9E22-9144D365FF8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13167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503A5-8A57-3744-B900-C293194BB155}" type="datetimeFigureOut">
              <a:rPr lang="ar-SA" smtClean="0"/>
              <a:t>5 ربيع الثاني، 1448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03D84-164E-324F-9E22-9144D365FF8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190810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77464" y="392933"/>
            <a:ext cx="1047795" cy="6254453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4081" y="392933"/>
            <a:ext cx="3082642" cy="6254453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503A5-8A57-3744-B900-C293194BB155}" type="datetimeFigureOut">
              <a:rPr lang="ar-SA" smtClean="0"/>
              <a:t>5 ربيع الثاني، 1448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03D84-164E-324F-9E22-9144D365FF8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84284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4080" y="392934"/>
            <a:ext cx="4191179" cy="1426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080" y="1964661"/>
            <a:ext cx="4191179" cy="4682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4080" y="6840435"/>
            <a:ext cx="1093352" cy="39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503A5-8A57-3744-B900-C293194BB155}" type="datetimeFigureOut">
              <a:rPr lang="ar-SA" smtClean="0"/>
              <a:t>5 ربيع الثاني، 1448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9656" y="6840435"/>
            <a:ext cx="1640027" cy="39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31908" y="6840435"/>
            <a:ext cx="1093352" cy="39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03D84-164E-324F-9E22-9144D365FF8F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58602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85815" rtl="1" eaLnBrk="1" latinLnBrk="0" hangingPunct="1">
        <a:lnSpc>
          <a:spcPct val="90000"/>
        </a:lnSpc>
        <a:spcBef>
          <a:spcPct val="0"/>
        </a:spcBef>
        <a:buNone/>
        <a:defRPr sz="23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455" indent="-121455" algn="r" defTabSz="485815" rtl="1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64362" indent="-121455" algn="r" defTabSz="485815" rtl="1" eaLnBrk="1" latinLnBrk="0" hangingPunct="1">
        <a:lnSpc>
          <a:spcPct val="90000"/>
        </a:lnSpc>
        <a:spcBef>
          <a:spcPts val="265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607270" indent="-121455" algn="r" defTabSz="485815" rtl="1" eaLnBrk="1" latinLnBrk="0" hangingPunct="1">
        <a:lnSpc>
          <a:spcPct val="90000"/>
        </a:lnSpc>
        <a:spcBef>
          <a:spcPts val="265"/>
        </a:spcBef>
        <a:buFont typeface="Arial" panose="020B0604020202020204" pitchFamily="34" charset="0"/>
        <a:buChar char="•"/>
        <a:defRPr sz="1062" kern="1200">
          <a:solidFill>
            <a:schemeClr val="tx1"/>
          </a:solidFill>
          <a:latin typeface="+mn-lt"/>
          <a:ea typeface="+mn-ea"/>
          <a:cs typeface="+mn-cs"/>
        </a:defRPr>
      </a:lvl3pPr>
      <a:lvl4pPr marL="850178" indent="-121455" algn="r" defTabSz="485815" rtl="1" eaLnBrk="1" latinLnBrk="0" hangingPunct="1">
        <a:lnSpc>
          <a:spcPct val="90000"/>
        </a:lnSpc>
        <a:spcBef>
          <a:spcPts val="265"/>
        </a:spcBef>
        <a:buFont typeface="Arial" panose="020B0604020202020204" pitchFamily="34" charset="0"/>
        <a:buChar char="•"/>
        <a:defRPr sz="956" kern="1200">
          <a:solidFill>
            <a:schemeClr val="tx1"/>
          </a:solidFill>
          <a:latin typeface="+mn-lt"/>
          <a:ea typeface="+mn-ea"/>
          <a:cs typeface="+mn-cs"/>
        </a:defRPr>
      </a:lvl4pPr>
      <a:lvl5pPr marL="1093086" indent="-121455" algn="r" defTabSz="485815" rtl="1" eaLnBrk="1" latinLnBrk="0" hangingPunct="1">
        <a:lnSpc>
          <a:spcPct val="90000"/>
        </a:lnSpc>
        <a:spcBef>
          <a:spcPts val="265"/>
        </a:spcBef>
        <a:buFont typeface="Arial" panose="020B0604020202020204" pitchFamily="34" charset="0"/>
        <a:buChar char="•"/>
        <a:defRPr sz="956" kern="1200">
          <a:solidFill>
            <a:schemeClr val="tx1"/>
          </a:solidFill>
          <a:latin typeface="+mn-lt"/>
          <a:ea typeface="+mn-ea"/>
          <a:cs typeface="+mn-cs"/>
        </a:defRPr>
      </a:lvl5pPr>
      <a:lvl6pPr marL="1335993" indent="-121455" algn="r" defTabSz="485815" rtl="1" eaLnBrk="1" latinLnBrk="0" hangingPunct="1">
        <a:lnSpc>
          <a:spcPct val="90000"/>
        </a:lnSpc>
        <a:spcBef>
          <a:spcPts val="265"/>
        </a:spcBef>
        <a:buFont typeface="Arial" panose="020B0604020202020204" pitchFamily="34" charset="0"/>
        <a:buChar char="•"/>
        <a:defRPr sz="956" kern="1200">
          <a:solidFill>
            <a:schemeClr val="tx1"/>
          </a:solidFill>
          <a:latin typeface="+mn-lt"/>
          <a:ea typeface="+mn-ea"/>
          <a:cs typeface="+mn-cs"/>
        </a:defRPr>
      </a:lvl6pPr>
      <a:lvl7pPr marL="1578902" indent="-121455" algn="r" defTabSz="485815" rtl="1" eaLnBrk="1" latinLnBrk="0" hangingPunct="1">
        <a:lnSpc>
          <a:spcPct val="90000"/>
        </a:lnSpc>
        <a:spcBef>
          <a:spcPts val="265"/>
        </a:spcBef>
        <a:buFont typeface="Arial" panose="020B0604020202020204" pitchFamily="34" charset="0"/>
        <a:buChar char="•"/>
        <a:defRPr sz="956" kern="1200">
          <a:solidFill>
            <a:schemeClr val="tx1"/>
          </a:solidFill>
          <a:latin typeface="+mn-lt"/>
          <a:ea typeface="+mn-ea"/>
          <a:cs typeface="+mn-cs"/>
        </a:defRPr>
      </a:lvl7pPr>
      <a:lvl8pPr marL="1821810" indent="-121455" algn="r" defTabSz="485815" rtl="1" eaLnBrk="1" latinLnBrk="0" hangingPunct="1">
        <a:lnSpc>
          <a:spcPct val="90000"/>
        </a:lnSpc>
        <a:spcBef>
          <a:spcPts val="265"/>
        </a:spcBef>
        <a:buFont typeface="Arial" panose="020B0604020202020204" pitchFamily="34" charset="0"/>
        <a:buChar char="•"/>
        <a:defRPr sz="956" kern="1200">
          <a:solidFill>
            <a:schemeClr val="tx1"/>
          </a:solidFill>
          <a:latin typeface="+mn-lt"/>
          <a:ea typeface="+mn-ea"/>
          <a:cs typeface="+mn-cs"/>
        </a:defRPr>
      </a:lvl8pPr>
      <a:lvl9pPr marL="2064718" indent="-121455" algn="r" defTabSz="485815" rtl="1" eaLnBrk="1" latinLnBrk="0" hangingPunct="1">
        <a:lnSpc>
          <a:spcPct val="90000"/>
        </a:lnSpc>
        <a:spcBef>
          <a:spcPts val="265"/>
        </a:spcBef>
        <a:buFont typeface="Arial" panose="020B0604020202020204" pitchFamily="34" charset="0"/>
        <a:buChar char="•"/>
        <a:defRPr sz="9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85815" rtl="1" eaLnBrk="1" latinLnBrk="0" hangingPunct="1">
        <a:defRPr sz="956" kern="1200">
          <a:solidFill>
            <a:schemeClr val="tx1"/>
          </a:solidFill>
          <a:latin typeface="+mn-lt"/>
          <a:ea typeface="+mn-ea"/>
          <a:cs typeface="+mn-cs"/>
        </a:defRPr>
      </a:lvl1pPr>
      <a:lvl2pPr marL="242908" algn="r" defTabSz="485815" rtl="1" eaLnBrk="1" latinLnBrk="0" hangingPunct="1">
        <a:defRPr sz="956" kern="1200">
          <a:solidFill>
            <a:schemeClr val="tx1"/>
          </a:solidFill>
          <a:latin typeface="+mn-lt"/>
          <a:ea typeface="+mn-ea"/>
          <a:cs typeface="+mn-cs"/>
        </a:defRPr>
      </a:lvl2pPr>
      <a:lvl3pPr marL="485815" algn="r" defTabSz="485815" rtl="1" eaLnBrk="1" latinLnBrk="0" hangingPunct="1">
        <a:defRPr sz="956" kern="1200">
          <a:solidFill>
            <a:schemeClr val="tx1"/>
          </a:solidFill>
          <a:latin typeface="+mn-lt"/>
          <a:ea typeface="+mn-ea"/>
          <a:cs typeface="+mn-cs"/>
        </a:defRPr>
      </a:lvl3pPr>
      <a:lvl4pPr marL="728724" algn="r" defTabSz="485815" rtl="1" eaLnBrk="1" latinLnBrk="0" hangingPunct="1">
        <a:defRPr sz="956" kern="1200">
          <a:solidFill>
            <a:schemeClr val="tx1"/>
          </a:solidFill>
          <a:latin typeface="+mn-lt"/>
          <a:ea typeface="+mn-ea"/>
          <a:cs typeface="+mn-cs"/>
        </a:defRPr>
      </a:lvl4pPr>
      <a:lvl5pPr marL="971632" algn="r" defTabSz="485815" rtl="1" eaLnBrk="1" latinLnBrk="0" hangingPunct="1">
        <a:defRPr sz="956" kern="1200">
          <a:solidFill>
            <a:schemeClr val="tx1"/>
          </a:solidFill>
          <a:latin typeface="+mn-lt"/>
          <a:ea typeface="+mn-ea"/>
          <a:cs typeface="+mn-cs"/>
        </a:defRPr>
      </a:lvl5pPr>
      <a:lvl6pPr marL="1214540" algn="r" defTabSz="485815" rtl="1" eaLnBrk="1" latinLnBrk="0" hangingPunct="1">
        <a:defRPr sz="956" kern="1200">
          <a:solidFill>
            <a:schemeClr val="tx1"/>
          </a:solidFill>
          <a:latin typeface="+mn-lt"/>
          <a:ea typeface="+mn-ea"/>
          <a:cs typeface="+mn-cs"/>
        </a:defRPr>
      </a:lvl6pPr>
      <a:lvl7pPr marL="1457447" algn="r" defTabSz="485815" rtl="1" eaLnBrk="1" latinLnBrk="0" hangingPunct="1">
        <a:defRPr sz="956" kern="1200">
          <a:solidFill>
            <a:schemeClr val="tx1"/>
          </a:solidFill>
          <a:latin typeface="+mn-lt"/>
          <a:ea typeface="+mn-ea"/>
          <a:cs typeface="+mn-cs"/>
        </a:defRPr>
      </a:lvl7pPr>
      <a:lvl8pPr marL="1700356" algn="r" defTabSz="485815" rtl="1" eaLnBrk="1" latinLnBrk="0" hangingPunct="1">
        <a:defRPr sz="956" kern="1200">
          <a:solidFill>
            <a:schemeClr val="tx1"/>
          </a:solidFill>
          <a:latin typeface="+mn-lt"/>
          <a:ea typeface="+mn-ea"/>
          <a:cs typeface="+mn-cs"/>
        </a:defRPr>
      </a:lvl8pPr>
      <a:lvl9pPr marL="1943263" algn="r" defTabSz="485815" rtl="1" eaLnBrk="1" latinLnBrk="0" hangingPunct="1">
        <a:defRPr sz="9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6C338B7B-0E67-0D90-DAC6-06FF5F4856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127" y="0"/>
            <a:ext cx="4849084" cy="7416247"/>
          </a:xfrm>
          <a:prstGeom prst="rect">
            <a:avLst/>
          </a:prstGeom>
        </p:spPr>
      </p:pic>
      <p:sp>
        <p:nvSpPr>
          <p:cNvPr id="7" name="مربع نص 6">
            <a:extLst>
              <a:ext uri="{FF2B5EF4-FFF2-40B4-BE49-F238E27FC236}">
                <a16:creationId xmlns:a16="http://schemas.microsoft.com/office/drawing/2014/main" id="{16DD5F56-D507-AA23-9691-1A68533D7334}"/>
              </a:ext>
            </a:extLst>
          </p:cNvPr>
          <p:cNvSpPr txBox="1"/>
          <p:nvPr/>
        </p:nvSpPr>
        <p:spPr>
          <a:xfrm>
            <a:off x="369359" y="3385255"/>
            <a:ext cx="4120620" cy="88870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ar-SA" sz="1800" b="1" dirty="0">
                <a:solidFill>
                  <a:schemeClr val="bg1"/>
                </a:solidFill>
                <a:latin typeface="Saudi Bold" panose="020B0504010101010102" pitchFamily="34" charset="-78"/>
                <a:cs typeface="Saudi Bold" panose="020B0504010101010102" pitchFamily="34" charset="-78"/>
              </a:rPr>
              <a:t>منسوبو مدرسة  ...... </a:t>
            </a:r>
            <a:r>
              <a:rPr lang="en-US" sz="1800" b="1" dirty="0">
                <a:solidFill>
                  <a:schemeClr val="bg1"/>
                </a:solidFill>
                <a:latin typeface="Saudi Bold" panose="020B0504010101010102" pitchFamily="34" charset="-78"/>
                <a:cs typeface="Saudi Bold" panose="020B0504010101010102" pitchFamily="34" charset="-78"/>
              </a:rPr>
              <a:t>………</a:t>
            </a:r>
            <a:endParaRPr lang="ar-SA" sz="1800" b="1" dirty="0">
              <a:solidFill>
                <a:schemeClr val="bg1"/>
              </a:solidFill>
              <a:latin typeface="Saudi Bold" panose="020B0504010101010102" pitchFamily="34" charset="-78"/>
              <a:cs typeface="Saudi Bold" panose="020B0504010101010102" pitchFamily="34" charset="-78"/>
            </a:endParaRPr>
          </a:p>
          <a:p>
            <a:pPr algn="ctr" rtl="1">
              <a:lnSpc>
                <a:spcPct val="150000"/>
              </a:lnSpc>
            </a:pPr>
            <a:r>
              <a:rPr lang="ar-SA" sz="1800" b="1" dirty="0">
                <a:solidFill>
                  <a:schemeClr val="bg1"/>
                </a:solidFill>
                <a:latin typeface="Saudi Bold" panose="020B0504010101010102" pitchFamily="34" charset="-78"/>
                <a:cs typeface="Saudi Bold" panose="020B0504010101010102" pitchFamily="34" charset="-78"/>
              </a:rPr>
              <a:t>يرفعون أسمى آيات التهاني والتبريكات</a:t>
            </a:r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9BF8BEE5-D7C7-9FC2-7375-38FD05B2CEA3}"/>
              </a:ext>
            </a:extLst>
          </p:cNvPr>
          <p:cNvSpPr txBox="1"/>
          <p:nvPr/>
        </p:nvSpPr>
        <p:spPr>
          <a:xfrm>
            <a:off x="3345760" y="6798542"/>
            <a:ext cx="1382220" cy="2616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ar-SA" sz="800" b="1" dirty="0">
                <a:solidFill>
                  <a:schemeClr val="bg1"/>
                </a:solidFill>
                <a:latin typeface="Saudi Bold" panose="020B0504010101010102" pitchFamily="34" charset="-78"/>
                <a:cs typeface="Saudi Bold" panose="020B0504010101010102" pitchFamily="34" charset="-78"/>
              </a:rPr>
              <a:t>رائد النشاط : ...............</a:t>
            </a:r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56CC09B4-0F40-BFD0-373C-7229198434A1}"/>
              </a:ext>
            </a:extLst>
          </p:cNvPr>
          <p:cNvSpPr txBox="1"/>
          <p:nvPr/>
        </p:nvSpPr>
        <p:spPr>
          <a:xfrm>
            <a:off x="147479" y="6798542"/>
            <a:ext cx="1382220" cy="2616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ar-SA" sz="800" b="1" dirty="0">
                <a:solidFill>
                  <a:schemeClr val="bg1"/>
                </a:solidFill>
                <a:latin typeface="Saudi Bold" panose="020B0504010101010102" pitchFamily="34" charset="-78"/>
                <a:cs typeface="Saudi Bold" panose="020B0504010101010102" pitchFamily="34" charset="-78"/>
              </a:rPr>
              <a:t>مدير المدرسة : .................</a:t>
            </a:r>
          </a:p>
        </p:txBody>
      </p:sp>
      <p:sp>
        <p:nvSpPr>
          <p:cNvPr id="2" name="مربع نص 1">
            <a:extLst>
              <a:ext uri="{FF2B5EF4-FFF2-40B4-BE49-F238E27FC236}">
                <a16:creationId xmlns:a16="http://schemas.microsoft.com/office/drawing/2014/main" id="{F5082B33-A87B-FC17-1980-1B3861206017}"/>
              </a:ext>
            </a:extLst>
          </p:cNvPr>
          <p:cNvSpPr txBox="1"/>
          <p:nvPr/>
        </p:nvSpPr>
        <p:spPr>
          <a:xfrm>
            <a:off x="147479" y="6610847"/>
            <a:ext cx="4395973" cy="7694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pPr marL="0" algn="ctr" defTabSz="315605" rtl="1" eaLnBrk="1" latinLnBrk="0" hangingPunct="1"/>
            <a:r>
              <a:rPr lang="ar-SA" sz="1100" dirty="0">
                <a:latin typeface="Saudi" panose="020B0504010101010102" pitchFamily="34" charset="-78"/>
                <a:cs typeface="Saudi" panose="020B0504010101010102" pitchFamily="34" charset="-78"/>
              </a:rPr>
              <a:t>هذه البطاقة إهداء من متجر رسم </a:t>
            </a:r>
            <a:r>
              <a:rPr lang="en-US" sz="1100" dirty="0" err="1">
                <a:latin typeface="Saudi" panose="020B0504010101010102" pitchFamily="34" charset="-78"/>
                <a:cs typeface="Saudi" panose="020B0504010101010102" pitchFamily="34" charset="-78"/>
              </a:rPr>
              <a:t>www.rasmcom.com</a:t>
            </a:r>
            <a:r>
              <a:rPr lang="en-US" sz="1100" dirty="0">
                <a:latin typeface="Saudi" panose="020B0504010101010102" pitchFamily="34" charset="-78"/>
                <a:cs typeface="Saudi" panose="020B0504010101010102" pitchFamily="34" charset="-78"/>
              </a:rPr>
              <a:t> </a:t>
            </a:r>
            <a:br>
              <a:rPr lang="ar-SA" sz="1100" dirty="0">
                <a:latin typeface="Saudi" panose="020B0504010101010102" pitchFamily="34" charset="-78"/>
                <a:cs typeface="Saudi" panose="020B0504010101010102" pitchFamily="34" charset="-78"/>
              </a:rPr>
            </a:br>
            <a:r>
              <a:rPr lang="ar-SA" sz="1100" dirty="0">
                <a:latin typeface="Saudi" panose="020B0504010101010102" pitchFamily="34" charset="-78"/>
                <a:cs typeface="Saudi" panose="020B0504010101010102" pitchFamily="34" charset="-78"/>
              </a:rPr>
              <a:t>للاستخدام الشخصي </a:t>
            </a:r>
            <a:r>
              <a:rPr lang="en-US" sz="1100" dirty="0">
                <a:latin typeface="Saudi" panose="020B0504010101010102" pitchFamily="34" charset="-78"/>
                <a:cs typeface="Saudi" panose="020B0504010101010102" pitchFamily="34" charset="-78"/>
              </a:rPr>
              <a:t>) </a:t>
            </a:r>
            <a:r>
              <a:rPr lang="ar-SA" sz="1100" dirty="0">
                <a:latin typeface="Saudi" panose="020B0504010101010102" pitchFamily="34" charset="-78"/>
                <a:cs typeface="Saudi" panose="020B0504010101010102" pitchFamily="34" charset="-78"/>
              </a:rPr>
              <a:t>يمكنك حذف المربع )</a:t>
            </a:r>
            <a:br>
              <a:rPr lang="ar-SA" sz="1100" dirty="0">
                <a:latin typeface="Saudi" panose="020B0504010101010102" pitchFamily="34" charset="-78"/>
                <a:cs typeface="Saudi" panose="020B0504010101010102" pitchFamily="34" charset="-78"/>
              </a:rPr>
            </a:br>
            <a:r>
              <a:rPr lang="ar-SA" sz="1100" dirty="0">
                <a:latin typeface="Saudi" panose="020B0504010101010102" pitchFamily="34" charset="-78"/>
                <a:cs typeface="Saudi" panose="020B0504010101010102" pitchFamily="34" charset="-78"/>
              </a:rPr>
              <a:t>بعد تعديل البيانات قم بتحديد الكل ثم بالضغط على زر الفأرة الأيمن ثم حفظ كصورة </a:t>
            </a:r>
          </a:p>
        </p:txBody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7451177B-27AF-8D9D-D8FF-2C0E163CA967}"/>
              </a:ext>
            </a:extLst>
          </p:cNvPr>
          <p:cNvSpPr txBox="1"/>
          <p:nvPr/>
        </p:nvSpPr>
        <p:spPr>
          <a:xfrm>
            <a:off x="369359" y="4313102"/>
            <a:ext cx="4120620" cy="21352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ar-SA" sz="1800" b="1" dirty="0">
                <a:solidFill>
                  <a:schemeClr val="bg1"/>
                </a:solidFill>
                <a:latin typeface="Saudi Bold" panose="020B0504010101010102" pitchFamily="34" charset="-78"/>
                <a:cs typeface="Saudi Bold" panose="020B0504010101010102" pitchFamily="34" charset="-78"/>
              </a:rPr>
              <a:t>لمقام خادم الحرمين الشريفين</a:t>
            </a:r>
          </a:p>
          <a:p>
            <a:pPr algn="ctr" rtl="1">
              <a:lnSpc>
                <a:spcPct val="150000"/>
              </a:lnSpc>
            </a:pPr>
            <a:endParaRPr lang="ar-SA" sz="1800" b="1" dirty="0">
              <a:solidFill>
                <a:schemeClr val="bg1"/>
              </a:solidFill>
              <a:latin typeface="Saudi Bold" panose="020B0504010101010102" pitchFamily="34" charset="-78"/>
              <a:cs typeface="Saudi Bold" panose="020B0504010101010102" pitchFamily="34" charset="-78"/>
            </a:endParaRPr>
          </a:p>
          <a:p>
            <a:pPr algn="ctr" rtl="1">
              <a:lnSpc>
                <a:spcPct val="150000"/>
              </a:lnSpc>
            </a:pPr>
            <a:r>
              <a:rPr lang="ar-SA" sz="1800" b="1" dirty="0">
                <a:solidFill>
                  <a:schemeClr val="bg1"/>
                </a:solidFill>
                <a:latin typeface="Saudi Bold" panose="020B0504010101010102" pitchFamily="34" charset="-78"/>
                <a:cs typeface="Saudi Bold" panose="020B0504010101010102" pitchFamily="34" charset="-78"/>
              </a:rPr>
              <a:t>وولي عهده الأمين صاحب السمو الملكي</a:t>
            </a:r>
          </a:p>
          <a:p>
            <a:pPr algn="ctr" rtl="1">
              <a:lnSpc>
                <a:spcPct val="150000"/>
              </a:lnSpc>
            </a:pPr>
            <a:endParaRPr lang="ar-SA" sz="1800" b="1" dirty="0">
              <a:solidFill>
                <a:schemeClr val="bg1"/>
              </a:solidFill>
              <a:latin typeface="Saudi Bold" panose="020B0504010101010102" pitchFamily="34" charset="-78"/>
              <a:cs typeface="Saudi Bold" panose="020B0504010101010102" pitchFamily="34" charset="-78"/>
            </a:endParaRPr>
          </a:p>
          <a:p>
            <a:pPr algn="ctr" rtl="1">
              <a:lnSpc>
                <a:spcPct val="150000"/>
              </a:lnSpc>
            </a:pPr>
            <a:r>
              <a:rPr lang="ar-SA" sz="1800" b="1" dirty="0">
                <a:solidFill>
                  <a:schemeClr val="bg1"/>
                </a:solidFill>
                <a:latin typeface="Saudi Bold" panose="020B0504010101010102" pitchFamily="34" charset="-78"/>
                <a:cs typeface="Saudi Bold" panose="020B0504010101010102" pitchFamily="34" charset="-78"/>
              </a:rPr>
              <a:t>وإلى الشعب السعودي بمناسبة اليوم الوطني ٩٦</a:t>
            </a:r>
          </a:p>
        </p:txBody>
      </p:sp>
      <p:pic>
        <p:nvPicPr>
          <p:cNvPr id="4" name="صورة 3">
            <a:extLst>
              <a:ext uri="{FF2B5EF4-FFF2-40B4-BE49-F238E27FC236}">
                <a16:creationId xmlns:a16="http://schemas.microsoft.com/office/drawing/2014/main" id="{D3FB8023-3A85-A8CD-ACD8-152FD259F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119" y="4783464"/>
            <a:ext cx="2451100" cy="368300"/>
          </a:xfrm>
          <a:prstGeom prst="rect">
            <a:avLst/>
          </a:prstGeom>
        </p:spPr>
      </p:pic>
      <p:pic>
        <p:nvPicPr>
          <p:cNvPr id="6" name="صورة 5">
            <a:extLst>
              <a:ext uri="{FF2B5EF4-FFF2-40B4-BE49-F238E27FC236}">
                <a16:creationId xmlns:a16="http://schemas.microsoft.com/office/drawing/2014/main" id="{28366280-69EF-658B-5269-35B290A1C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619" y="5622126"/>
            <a:ext cx="25781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691047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نسق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نسق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نسق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عرض تقديمي1" id="{61F441C4-67D6-C64C-A261-F8C4B4D3BC7A}" vid="{25BC2B0C-EEAB-2A46-B5F6-5D5242D1BE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3309</TotalTime>
  <Words>69</Words>
  <Application>Microsoft Macintosh PowerPoint</Application>
  <PresentationFormat>مخصص</PresentationFormat>
  <Paragraphs>10</Paragraphs>
  <Slides>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Saudi</vt:lpstr>
      <vt:lpstr>Saudi Bold</vt:lpstr>
      <vt:lpstr>نسق Office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محمد الكناني</dc:creator>
  <cp:lastModifiedBy>Meedo AMD</cp:lastModifiedBy>
  <cp:revision>7</cp:revision>
  <dcterms:created xsi:type="dcterms:W3CDTF">2024-09-22T11:33:14Z</dcterms:created>
  <dcterms:modified xsi:type="dcterms:W3CDTF">2026-09-17T03:52:05Z</dcterms:modified>
</cp:coreProperties>
</file>